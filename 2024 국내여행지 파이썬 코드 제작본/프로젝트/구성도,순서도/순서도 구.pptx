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4C378-DB58-4B44-8942-51F12DD22D0B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A3BAE-CAA6-45CE-8609-A5054F2408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28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E56D8-91FA-3D37-A674-54687BF07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358AD4-C455-08CF-96A4-F983FC346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BC0CF-B79A-102C-771C-82918955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0CD9C-5E13-5422-65C7-F1117C0F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93E5A5-00F9-AD3B-72B1-E6A78D3A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9A23C-5DF7-C7DD-3C17-344C1A79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CCE26-4B4D-0511-2C28-99E7A0542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F4410-3089-7084-AFF7-F1458C34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FAE1D-F018-95D6-BD30-CF6A5091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7C64C-FB38-F81F-EBBE-B5489720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68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2FA1B-7F94-ECD3-0EE8-B1B5AAE1F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B19B6D-B739-9A7B-5A24-DF7352718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C06404-75DD-91AB-6E24-5B5244BD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B7C503-4062-DD51-E363-EFC281C8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BA8844-12C7-D601-B9E2-3E6C5A64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4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0D29B-85F6-142F-C525-036EA8AC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F1E0C-E318-7BEC-C3C4-346ABC96B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41F2CD-02DE-4DF4-F2CB-A43B57C03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12F566-EB8B-7E26-4E52-E93EA513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AC8ABF-4FE4-EB4B-5F94-DD5D27ED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0A21AA-E1BB-6749-8812-114004E2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6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B020C-E8C6-7C27-723D-DCA553FE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DD0495-0CBF-F336-738C-68717BAA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9F23DD-60C0-92A2-A54D-C748D729A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47172D-7C32-01CC-E992-00484CE0B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688115-B44C-CE96-E729-4FE57D056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B99200-CAC0-A384-327C-26D4EA54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9E6CA6-5715-D6E5-C71C-65649E32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F07F19-4011-826A-223B-939669E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12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CD2A5-23D4-0F62-DF7A-ADB32EFA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86FA94-1C91-6294-90BD-FA898438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D96495-9A95-70E2-E185-CC87FBD1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CFCB0-B4A7-C644-2374-3801BB7D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89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4FC051-864A-A9BD-0748-164B1CC7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D67A8C-8398-2CC5-C742-D63EB648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2205FE-C90C-9543-EC43-F92B6722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87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B5754-0D59-8E7B-232A-340BAC0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8F7A3-542D-C51C-E19C-68B923D08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902320-5660-7E11-02F9-89827BF71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F28A89-EB55-19B6-E7AC-AA914144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13A231-4A38-03BF-DE0B-F8263BC8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2AD55-21A3-4884-18D1-1A718827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185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6EE4C-5AC8-F1C4-4459-DB592DC4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4FE026-28C4-503A-1B81-E83A71219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AA374E-1A15-3978-7DD2-AD64E72F9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E5DD9-D576-7BFD-DBA2-9AEE49FE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998D0F-0F31-FBAE-F5B4-B9FA805D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8FE071-912F-B94A-C564-B949C015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45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79197-C928-826A-6360-30BC5CFE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3268A9-A1A6-2DE7-E35A-3B1A41995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13442-40E7-2E9F-D8DA-120930C9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5A6419-8294-CE3D-900B-923100D8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F2A47-BB8A-CE88-36E1-A4EF43B2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48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6D3ADB-46EC-E044-50A2-EF921540D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263B7F-827B-FAAD-CE9A-C278E5997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C81C8-0462-008F-7B0D-993B1F76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786DD-629C-1E01-4AE4-DFB4CA7F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50186-9A52-E5F7-23C9-5813E591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56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08C6E0-6530-BFD1-F900-939C5932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83C707-900A-C6BD-764A-FAEAE19C7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BCB11-768D-C1AB-B040-1F71DAD67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1D78C-B306-49A3-90C6-8D0E20C0F1B4}" type="datetimeFigureOut">
              <a:rPr lang="ko-KR" altLang="en-US" smtClean="0"/>
              <a:t>2025-04-12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B2E19-3FD8-9396-ABCC-10E214909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8DD6A-E29B-C3AD-1456-B1A7B4DCF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DE51-BDD3-4C3C-B39D-C38478BBA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95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AADDCC1-D1EF-6296-E44E-8A8EF0AC0D32}"/>
              </a:ext>
            </a:extLst>
          </p:cNvPr>
          <p:cNvSpPr/>
          <p:nvPr/>
        </p:nvSpPr>
        <p:spPr>
          <a:xfrm>
            <a:off x="2647307" y="212833"/>
            <a:ext cx="1704539" cy="59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프로그램 시작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80D8938-3308-2C55-285C-27357EEC01FA}"/>
              </a:ext>
            </a:extLst>
          </p:cNvPr>
          <p:cNvCxnSpPr>
            <a:cxnSpLocks/>
          </p:cNvCxnSpPr>
          <p:nvPr/>
        </p:nvCxnSpPr>
        <p:spPr>
          <a:xfrm>
            <a:off x="3521667" y="806340"/>
            <a:ext cx="6701" cy="376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51E2FC83-5736-73E6-184B-F85C0FA0F097}"/>
              </a:ext>
            </a:extLst>
          </p:cNvPr>
          <p:cNvSpPr/>
          <p:nvPr/>
        </p:nvSpPr>
        <p:spPr>
          <a:xfrm>
            <a:off x="2356587" y="4410216"/>
            <a:ext cx="2330160" cy="103523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총점수를 계산한다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9D86CF7-897D-284D-181D-F0952FB77F7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686747" y="4927831"/>
            <a:ext cx="1911947" cy="494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76438C9-0789-BF5C-D2A2-40F9100263ED}"/>
              </a:ext>
            </a:extLst>
          </p:cNvPr>
          <p:cNvSpPr txBox="1"/>
          <p:nvPr/>
        </p:nvSpPr>
        <p:spPr>
          <a:xfrm>
            <a:off x="4934830" y="4374832"/>
            <a:ext cx="2136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총점수가 상위</a:t>
            </a:r>
            <a:r>
              <a:rPr lang="en-US" altLang="ko-KR" dirty="0"/>
              <a:t>3</a:t>
            </a:r>
            <a:r>
              <a:rPr lang="ko-KR" altLang="en-US" dirty="0"/>
              <a:t>개보다 낮은가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EC19B-3FEE-7C02-0368-E87F06E9136E}"/>
              </a:ext>
            </a:extLst>
          </p:cNvPr>
          <p:cNvSpPr txBox="1"/>
          <p:nvPr/>
        </p:nvSpPr>
        <p:spPr>
          <a:xfrm>
            <a:off x="3719414" y="5714381"/>
            <a:ext cx="213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총점수가 높은가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C5F41E1-23FE-239D-F5DB-4A8519F1B6B5}"/>
              </a:ext>
            </a:extLst>
          </p:cNvPr>
          <p:cNvCxnSpPr>
            <a:cxnSpLocks/>
          </p:cNvCxnSpPr>
          <p:nvPr/>
        </p:nvCxnSpPr>
        <p:spPr>
          <a:xfrm>
            <a:off x="3562161" y="3621948"/>
            <a:ext cx="0" cy="788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9A3EDF-8535-C150-5E73-9F6776FC0C51}"/>
              </a:ext>
            </a:extLst>
          </p:cNvPr>
          <p:cNvSpPr/>
          <p:nvPr/>
        </p:nvSpPr>
        <p:spPr>
          <a:xfrm>
            <a:off x="2162829" y="6171078"/>
            <a:ext cx="3939020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총점수</a:t>
            </a:r>
            <a:r>
              <a:rPr lang="ko-KR" altLang="en-US" dirty="0"/>
              <a:t> 합이 높은 </a:t>
            </a:r>
            <a:r>
              <a:rPr lang="en-US" altLang="ko-KR" dirty="0"/>
              <a:t>3</a:t>
            </a:r>
            <a:r>
              <a:rPr lang="ko-KR" altLang="en-US" dirty="0"/>
              <a:t>개 결과값 도출</a:t>
            </a:r>
            <a:endParaRPr lang="en-US" altLang="ko-KR" dirty="0"/>
          </a:p>
          <a:p>
            <a:pPr algn="ctr"/>
            <a:r>
              <a:rPr lang="ko-KR" altLang="en-US" dirty="0"/>
              <a:t>나라 추천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AC5BE59-9166-D301-4F7B-AB692CC86033}"/>
              </a:ext>
            </a:extLst>
          </p:cNvPr>
          <p:cNvSpPr/>
          <p:nvPr/>
        </p:nvSpPr>
        <p:spPr>
          <a:xfrm>
            <a:off x="9574792" y="555390"/>
            <a:ext cx="2231879" cy="59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랜덤 나라 추천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565B8DC-E137-79B2-53F6-ADF57159A179}"/>
              </a:ext>
            </a:extLst>
          </p:cNvPr>
          <p:cNvCxnSpPr>
            <a:cxnSpLocks/>
          </p:cNvCxnSpPr>
          <p:nvPr/>
        </p:nvCxnSpPr>
        <p:spPr>
          <a:xfrm>
            <a:off x="3521667" y="5592255"/>
            <a:ext cx="0" cy="511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E0173AA-2F15-CEA2-5A1A-B467BF0A1C7D}"/>
              </a:ext>
            </a:extLst>
          </p:cNvPr>
          <p:cNvSpPr/>
          <p:nvPr/>
        </p:nvSpPr>
        <p:spPr>
          <a:xfrm>
            <a:off x="6705607" y="4972967"/>
            <a:ext cx="2231879" cy="59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나머지 결과값을 폐기한다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92E732A-31A3-DA7E-41F6-12BE088931B5}"/>
              </a:ext>
            </a:extLst>
          </p:cNvPr>
          <p:cNvCxnSpPr>
            <a:stCxn id="21" idx="1"/>
            <a:endCxn id="4" idx="1"/>
          </p:cNvCxnSpPr>
          <p:nvPr/>
        </p:nvCxnSpPr>
        <p:spPr>
          <a:xfrm rot="10800000" flipH="1">
            <a:off x="2162829" y="509588"/>
            <a:ext cx="484478" cy="5984657"/>
          </a:xfrm>
          <a:prstGeom prst="bentConnector3">
            <a:avLst>
              <a:gd name="adj1" fmla="val -471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순서도: 판단 37">
            <a:extLst>
              <a:ext uri="{FF2B5EF4-FFF2-40B4-BE49-F238E27FC236}">
                <a16:creationId xmlns:a16="http://schemas.microsoft.com/office/drawing/2014/main" id="{F09F923F-F656-5A30-A7DB-C92778C743F7}"/>
              </a:ext>
            </a:extLst>
          </p:cNvPr>
          <p:cNvSpPr/>
          <p:nvPr/>
        </p:nvSpPr>
        <p:spPr>
          <a:xfrm>
            <a:off x="2239250" y="2404318"/>
            <a:ext cx="2330160" cy="109759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1~5</a:t>
            </a:r>
          </a:p>
          <a:p>
            <a:pPr algn="ctr"/>
            <a:r>
              <a:rPr lang="ko-KR" altLang="en-US" dirty="0"/>
              <a:t>점수를 선택한다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BD38E2-DE43-CEAC-1DDA-5876D1C291D0}"/>
              </a:ext>
            </a:extLst>
          </p:cNvPr>
          <p:cNvSpPr txBox="1"/>
          <p:nvPr/>
        </p:nvSpPr>
        <p:spPr>
          <a:xfrm>
            <a:off x="4749884" y="2620218"/>
            <a:ext cx="2927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숫자</a:t>
            </a:r>
            <a:r>
              <a:rPr lang="en-US" altLang="ko-KR" dirty="0"/>
              <a:t>1~5</a:t>
            </a:r>
            <a:r>
              <a:rPr lang="ko-KR" altLang="en-US" dirty="0"/>
              <a:t>점수가 아닌가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36CDE9A-7473-6628-FA89-AFA2CC34514D}"/>
              </a:ext>
            </a:extLst>
          </p:cNvPr>
          <p:cNvCxnSpPr>
            <a:cxnSpLocks/>
          </p:cNvCxnSpPr>
          <p:nvPr/>
        </p:nvCxnSpPr>
        <p:spPr>
          <a:xfrm>
            <a:off x="4620499" y="3053699"/>
            <a:ext cx="1235112" cy="320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4AAE4D0-5FFF-5F7D-A1F1-42F4603CA744}"/>
              </a:ext>
            </a:extLst>
          </p:cNvPr>
          <p:cNvSpPr/>
          <p:nvPr/>
        </p:nvSpPr>
        <p:spPr>
          <a:xfrm>
            <a:off x="6002929" y="3117484"/>
            <a:ext cx="2927819" cy="593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숫자</a:t>
            </a:r>
            <a:r>
              <a:rPr lang="en-US" altLang="ko-KR" dirty="0"/>
              <a:t>1~5</a:t>
            </a:r>
            <a:r>
              <a:rPr lang="ko-KR" altLang="en-US" dirty="0"/>
              <a:t>를 입력해주세요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C4E17D-DB8B-B7CD-22D2-778141D06E61}"/>
              </a:ext>
            </a:extLst>
          </p:cNvPr>
          <p:cNvSpPr txBox="1"/>
          <p:nvPr/>
        </p:nvSpPr>
        <p:spPr>
          <a:xfrm>
            <a:off x="3562161" y="3786012"/>
            <a:ext cx="282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숫자</a:t>
            </a:r>
            <a:r>
              <a:rPr lang="en-US" altLang="ko-KR" dirty="0"/>
              <a:t>1~5</a:t>
            </a:r>
            <a:r>
              <a:rPr lang="ko-KR" altLang="en-US" dirty="0"/>
              <a:t>가 나왔는가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82" name="연결선: 구부러짐 81">
            <a:extLst>
              <a:ext uri="{FF2B5EF4-FFF2-40B4-BE49-F238E27FC236}">
                <a16:creationId xmlns:a16="http://schemas.microsoft.com/office/drawing/2014/main" id="{3A9CED40-08CD-1AB8-6B7D-8CCDBD73B6FB}"/>
              </a:ext>
            </a:extLst>
          </p:cNvPr>
          <p:cNvCxnSpPr>
            <a:cxnSpLocks/>
          </p:cNvCxnSpPr>
          <p:nvPr/>
        </p:nvCxnSpPr>
        <p:spPr>
          <a:xfrm flipH="1" flipV="1">
            <a:off x="4368316" y="564130"/>
            <a:ext cx="4460756" cy="2607898"/>
          </a:xfrm>
          <a:prstGeom prst="curvedConnector3">
            <a:avLst>
              <a:gd name="adj1" fmla="val -51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78F9CF11-AC56-2ED7-A890-930A6C1F4FFD}"/>
              </a:ext>
            </a:extLst>
          </p:cNvPr>
          <p:cNvCxnSpPr/>
          <p:nvPr/>
        </p:nvCxnSpPr>
        <p:spPr>
          <a:xfrm flipH="1" flipV="1">
            <a:off x="4351846" y="376008"/>
            <a:ext cx="4889814" cy="462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CCE9B9C-5D32-D989-21A5-051983970F12}"/>
              </a:ext>
            </a:extLst>
          </p:cNvPr>
          <p:cNvCxnSpPr>
            <a:cxnSpLocks/>
          </p:cNvCxnSpPr>
          <p:nvPr/>
        </p:nvCxnSpPr>
        <p:spPr>
          <a:xfrm>
            <a:off x="3548731" y="1989888"/>
            <a:ext cx="6701" cy="376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평행 사변형 88">
            <a:extLst>
              <a:ext uri="{FF2B5EF4-FFF2-40B4-BE49-F238E27FC236}">
                <a16:creationId xmlns:a16="http://schemas.microsoft.com/office/drawing/2014/main" id="{8EBB1B52-9627-C4FB-2FEF-EC832BB07ED0}"/>
              </a:ext>
            </a:extLst>
          </p:cNvPr>
          <p:cNvSpPr/>
          <p:nvPr/>
        </p:nvSpPr>
        <p:spPr>
          <a:xfrm>
            <a:off x="2356587" y="1204925"/>
            <a:ext cx="3268319" cy="80943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예산</a:t>
            </a:r>
            <a:r>
              <a:rPr lang="en-US" altLang="ko-KR" dirty="0"/>
              <a:t>,</a:t>
            </a:r>
            <a:r>
              <a:rPr lang="ko-KR" altLang="en-US" dirty="0"/>
              <a:t>활동성</a:t>
            </a:r>
            <a:r>
              <a:rPr lang="en-US" altLang="ko-KR" dirty="0"/>
              <a:t>,</a:t>
            </a:r>
            <a:r>
              <a:rPr lang="ko-KR" altLang="en-US" dirty="0"/>
              <a:t>관광명소</a:t>
            </a:r>
            <a:r>
              <a:rPr lang="en-US" altLang="ko-KR" dirty="0"/>
              <a:t>,</a:t>
            </a:r>
            <a:r>
              <a:rPr lang="ko-KR" altLang="en-US" dirty="0"/>
              <a:t>음식</a:t>
            </a:r>
            <a:r>
              <a:rPr lang="en-US" altLang="ko-KR" dirty="0"/>
              <a:t>,</a:t>
            </a:r>
            <a:r>
              <a:rPr lang="ko-KR" altLang="en-US" dirty="0"/>
              <a:t>기후 점수를 묻는다</a:t>
            </a:r>
          </a:p>
        </p:txBody>
      </p:sp>
    </p:spTree>
    <p:extLst>
      <p:ext uri="{BB962C8B-B14F-4D97-AF65-F5344CB8AC3E}">
        <p14:creationId xmlns:p14="http://schemas.microsoft.com/office/powerpoint/2010/main" val="137463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60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전병현</dc:creator>
  <cp:lastModifiedBy>전병현</cp:lastModifiedBy>
  <cp:revision>1</cp:revision>
  <dcterms:created xsi:type="dcterms:W3CDTF">2025-04-12T13:17:39Z</dcterms:created>
  <dcterms:modified xsi:type="dcterms:W3CDTF">2025-04-12T14:03:51Z</dcterms:modified>
</cp:coreProperties>
</file>